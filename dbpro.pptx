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7/24/2019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13EBC-EF1E-4B07-A7D1-1DE8FFD70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                         Project </a:t>
            </a:r>
            <a:br>
              <a:rPr lang="en-IN" dirty="0"/>
            </a:br>
            <a:r>
              <a:rPr lang="en-IN" dirty="0"/>
              <a:t>                            On</a:t>
            </a:r>
            <a:br>
              <a:rPr lang="en-IN" dirty="0"/>
            </a:br>
            <a:r>
              <a:rPr lang="en-IN" dirty="0"/>
              <a:t>                     HR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1663D-BD6A-4153-A335-C16D3BD63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931B8-E0D4-4A72-8FFB-E86A0AF9E27C}"/>
              </a:ext>
            </a:extLst>
          </p:cNvPr>
          <p:cNvSpPr txBox="1"/>
          <p:nvPr/>
        </p:nvSpPr>
        <p:spPr>
          <a:xfrm>
            <a:off x="7827145" y="4740675"/>
            <a:ext cx="2630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BY-</a:t>
            </a:r>
          </a:p>
          <a:p>
            <a:r>
              <a:rPr lang="en-IN" dirty="0"/>
              <a:t>Vaishnavi Sainath</a:t>
            </a:r>
          </a:p>
          <a:p>
            <a:r>
              <a:rPr lang="en-IN" dirty="0" err="1"/>
              <a:t>K.Kirthana</a:t>
            </a:r>
            <a:r>
              <a:rPr lang="en-IN" dirty="0"/>
              <a:t> </a:t>
            </a:r>
            <a:r>
              <a:rPr lang="en-IN" dirty="0" err="1"/>
              <a:t>Samy</a:t>
            </a:r>
            <a:endParaRPr lang="en-IN" dirty="0"/>
          </a:p>
          <a:p>
            <a:r>
              <a:rPr lang="en-IN" dirty="0" err="1"/>
              <a:t>D.Aravind</a:t>
            </a:r>
            <a:r>
              <a:rPr lang="en-IN" dirty="0"/>
              <a:t> Kumar</a:t>
            </a:r>
          </a:p>
        </p:txBody>
      </p:sp>
    </p:spTree>
    <p:extLst>
      <p:ext uri="{BB962C8B-B14F-4D97-AF65-F5344CB8AC3E}">
        <p14:creationId xmlns:p14="http://schemas.microsoft.com/office/powerpoint/2010/main" val="357611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C6402-4E55-408B-8450-5295E70B6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45" y="210105"/>
            <a:ext cx="8596668" cy="1320800"/>
          </a:xfrm>
        </p:spPr>
        <p:txBody>
          <a:bodyPr>
            <a:normAutofit fontScale="90000"/>
          </a:bodyPr>
          <a:lstStyle/>
          <a:p>
            <a:pPr>
              <a:lnSpc>
                <a:spcPts val="2400"/>
              </a:lnSpc>
              <a:spcAft>
                <a:spcPts val="1000"/>
              </a:spcAft>
            </a:pPr>
            <a:r>
              <a:rPr lang="en-IN" sz="1600" b="1" dirty="0">
                <a:solidFill>
                  <a:schemeClr val="tx1"/>
                </a:solidFill>
              </a:rPr>
              <a:t>AIM</a:t>
            </a:r>
            <a:r>
              <a:rPr lang="en-IN" sz="1600" dirty="0">
                <a:solidFill>
                  <a:schemeClr val="tx1"/>
                </a:solidFill>
              </a:rPr>
              <a:t>: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model  probability of attrition of employees of a company. Results  obtained will be used by the management to understand what changes they should make to their workplace, in order to get most of their employees to stay.</a:t>
            </a:r>
            <a:br>
              <a:rPr lang="en-IN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solidFill>
                  <a:schemeClr val="tx1"/>
                </a:solidFill>
              </a:rPr>
            </a:b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45A04-55D4-45F0-8D57-B97F3917E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14" y="1299454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IN" sz="1400" b="1" dirty="0"/>
              <a:t>Problem</a:t>
            </a:r>
            <a:r>
              <a:rPr lang="en-IN" sz="1400" dirty="0"/>
              <a:t> Statement: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large company named </a:t>
            </a:r>
            <a:r>
              <a:rPr lang="en-US" sz="1400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XYZ</a:t>
            </a: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employs, at any given point of time, around 4000 employees. However, every year, around 15% of its employees leave the company and need to be replaced with the talent pool available in the job market. The management believes that this level of </a:t>
            </a:r>
            <a:r>
              <a:rPr lang="en-US" sz="1400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attrition</a:t>
            </a: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(employees leaving, either on their own or because they got fired) is bad for the company, because of the following reasons -</a:t>
            </a:r>
            <a:endParaRPr lang="en-IN" sz="1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former employees’ projects get delayed, which makes it difficult to meet </a:t>
            </a:r>
            <a:r>
              <a:rPr lang="en-US" sz="1400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timelines</a:t>
            </a: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resulting in a reputation loss among consumers and partners</a:t>
            </a:r>
            <a:endParaRPr lang="en-IN" sz="1400" dirty="0">
              <a:solidFill>
                <a:srgbClr val="333333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sizeable department has to be maintained, for the purposes of </a:t>
            </a:r>
            <a:r>
              <a:rPr lang="en-US" sz="1400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recruiting</a:t>
            </a: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new talent</a:t>
            </a:r>
            <a:endParaRPr lang="en-IN" sz="1400" dirty="0">
              <a:solidFill>
                <a:srgbClr val="333333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 often than not, the new employees have to be </a:t>
            </a:r>
            <a:r>
              <a:rPr lang="en-US" sz="1400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trained</a:t>
            </a: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for the job and/or given time to </a:t>
            </a:r>
            <a:r>
              <a:rPr lang="en-US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acclimatise</a:t>
            </a: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themselves to the company</a:t>
            </a:r>
          </a:p>
          <a:p>
            <a:pPr>
              <a:lnSpc>
                <a:spcPts val="24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sz="1400" dirty="0">
              <a:solidFill>
                <a:srgbClr val="333333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IN" sz="1200" dirty="0">
              <a:solidFill>
                <a:srgbClr val="333333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395665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EF1B3-924A-4AF0-8D34-645E8AB3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600" dirty="0">
                <a:solidFill>
                  <a:schemeClr val="tx1"/>
                </a:solidFill>
              </a:rPr>
              <a:t>Project Methodology: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400" dirty="0">
                <a:solidFill>
                  <a:schemeClr val="tx1"/>
                </a:solidFill>
              </a:rPr>
              <a:t>Cross Industry Standard Process For Data Mining(CRISP-DM) is used to represent project methodology.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060137-9D27-4A9A-8A4E-E436A5900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411779"/>
            <a:ext cx="2651792" cy="271639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7C20BC-0B0B-49B3-A4B5-FB23D431E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733" y="3501341"/>
            <a:ext cx="3145086" cy="2852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C504F2-FC40-43F7-A246-188857B9D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653" y="1208596"/>
            <a:ext cx="2989333" cy="291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933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FB2B-0BC3-4BC7-ADD8-0E194EE09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3B1287-3566-4607-B445-908CA91D1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1732" y="263151"/>
            <a:ext cx="5000000" cy="316584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B776F5-8D36-4093-ADB6-56BEDFC55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743" y="3693111"/>
            <a:ext cx="3798679" cy="226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92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0E747-62B6-4BEF-835D-E4BAEF2DA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270" y="369903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I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DATA PREPARATION</a:t>
            </a:r>
            <a:br>
              <a:rPr lang="en-I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SETS:</a:t>
            </a:r>
            <a:br>
              <a:rPr lang="en-I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Survey Data</a:t>
            </a:r>
            <a:b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Manager Survey Data</a:t>
            </a:r>
            <a:b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In Time</a:t>
            </a:r>
            <a:b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Out Time</a:t>
            </a:r>
            <a:b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General Data</a:t>
            </a:r>
            <a:br>
              <a:rPr lang="en-IN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F7262-FC4E-4B0B-9D9B-711C0E411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Data is then processed and cleaned ,sets are merged if any primary key is found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Missing values are detected and omitted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25B8FF-3C56-43C4-BFDE-94484A510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999930"/>
            <a:ext cx="8837581" cy="169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64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1EE64-03AD-4C77-B346-0371D03B5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EXPLORATORY DATA ANALYSIS</a:t>
            </a:r>
            <a:b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Plotting of attrition against various attributes is performed</a:t>
            </a:r>
            <a:b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306139C1-7172-43C6-8584-6262FEA0E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636" y="1743338"/>
            <a:ext cx="4811535" cy="2420289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577BF6-5693-4CDF-9B6E-0969776AC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795" y="1645402"/>
            <a:ext cx="5391705" cy="25182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D93EC97-380C-45CC-B598-28012672C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36" y="4280379"/>
            <a:ext cx="4811535" cy="24376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AC5A962-F29C-4B93-82A4-2F0FBA31E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795" y="4280379"/>
            <a:ext cx="5391706" cy="243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978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21E5-57C0-4B76-AF37-D5970C5BA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CD431C-A1D8-46C5-A064-CAAFB000E1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211" y="171991"/>
            <a:ext cx="4452933" cy="235814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6A9740-68F2-4527-B7C9-903E5353A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552" y="171992"/>
            <a:ext cx="6321074" cy="23581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DC0C39-7381-466E-B164-34DD49C31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12002"/>
            <a:ext cx="5373716" cy="30317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518691-BA0A-4813-A31A-C5D964546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628" y="3057261"/>
            <a:ext cx="6223247" cy="278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62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1395-35B1-4376-B887-8D85531F9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8D8D3C-2E6E-428C-BC25-D295F59DAA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4233"/>
            <a:ext cx="5247266" cy="299733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10B663-BCEA-4425-BC7B-29A998A2E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163" y="221952"/>
            <a:ext cx="6652837" cy="2861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3664C2-00E4-4C62-A79D-2CF8A9498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9581" y="3428931"/>
            <a:ext cx="6652837" cy="299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573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75AD-E341-45C5-B8EC-3F48B18E0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031" y="0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EVALUATION OF MODEL</a:t>
            </a:r>
            <a:b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Model is created and then tested using test data</a:t>
            </a:r>
            <a:b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Model-1: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B5ED4C-52B5-4ECE-BDE5-05700BB89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8610" y="843380"/>
            <a:ext cx="4305670" cy="423326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EC831B-1905-4F85-9DA8-E7217C1CA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610" y="5049056"/>
            <a:ext cx="4305670" cy="180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81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BF2A3-8928-428D-BFA3-319D287AB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5" y="112450"/>
            <a:ext cx="8596668" cy="1320800"/>
          </a:xfrm>
        </p:spPr>
        <p:txBody>
          <a:bodyPr>
            <a:normAutofit/>
          </a:bodyPr>
          <a:lstStyle/>
          <a:p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Model-2: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59F0C5-C745-4EB4-AC5C-5E2D430B6A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025" y="559293"/>
            <a:ext cx="4640436" cy="407484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1F0B1C-0154-4341-884F-620154E4B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25" y="4634142"/>
            <a:ext cx="4640436" cy="1389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418053-E1A9-4037-BACC-1A61EEB48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461" y="1758201"/>
            <a:ext cx="7069539" cy="191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77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68568-AD86-4F79-BE7F-0C4430BA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Similarly nearly 21 models are created using training data</a:t>
            </a:r>
            <a:b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Model:</a:t>
            </a:r>
            <a:b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16E7A1-E4D7-444A-B17D-C89F190077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7998" y="1327502"/>
            <a:ext cx="6563353" cy="4920898"/>
          </a:xfrm>
        </p:spPr>
      </p:pic>
    </p:spTree>
    <p:extLst>
      <p:ext uri="{BB962C8B-B14F-4D97-AF65-F5344CB8AC3E}">
        <p14:creationId xmlns:p14="http://schemas.microsoft.com/office/powerpoint/2010/main" val="2397744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8A77D-6591-42F9-9DC9-8C2FA599C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Probability </a:t>
            </a:r>
            <a:r>
              <a:rPr lang="en-IN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Cutoff</a:t>
            </a: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Graph: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A46872-754A-4CD4-9A01-485257A3A5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1032" y="1349406"/>
            <a:ext cx="7443685" cy="4692619"/>
          </a:xfrm>
        </p:spPr>
      </p:pic>
    </p:spTree>
    <p:extLst>
      <p:ext uri="{BB962C8B-B14F-4D97-AF65-F5344CB8AC3E}">
        <p14:creationId xmlns:p14="http://schemas.microsoft.com/office/powerpoint/2010/main" val="1912364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56F4-1000-4026-A2AF-5F0815EE0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Confusion Matrix And Statistics: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724756-E6FC-4CF8-8AE2-56E3C8DF5B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7162" y="1455938"/>
            <a:ext cx="4602438" cy="4219035"/>
          </a:xfrm>
        </p:spPr>
      </p:pic>
    </p:spTree>
    <p:extLst>
      <p:ext uri="{BB962C8B-B14F-4D97-AF65-F5344CB8AC3E}">
        <p14:creationId xmlns:p14="http://schemas.microsoft.com/office/powerpoint/2010/main" val="4103844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28BA4-63E1-4ED6-8DA1-1B8B13389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  <a:b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0AA82-A344-4679-9B17-33003C3B8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00831"/>
            <a:ext cx="8596668" cy="43457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Therefore after testing the final model with the test data ,the values thus obtained are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Accuracy:84.26%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Sensitivity:15.789%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Specificity:97.502%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Model thus obtained is 84% accurate and thus provides attrition rate of the employees to that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extent.This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helps the management to know what changes should be made and which attribute is important and need to be dealt more carefully.</a:t>
            </a:r>
          </a:p>
        </p:txBody>
      </p:sp>
    </p:spTree>
    <p:extLst>
      <p:ext uri="{BB962C8B-B14F-4D97-AF65-F5344CB8AC3E}">
        <p14:creationId xmlns:p14="http://schemas.microsoft.com/office/powerpoint/2010/main" val="2432860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1FF92-65A6-48F5-99EC-F75D74E56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123C2-CE03-47BE-BB5E-AF661E99C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dirty="0">
                <a:latin typeface="Comic Sans MS" panose="030F0702030302020204" pitchFamily="66" charset="0"/>
              </a:rPr>
              <a:t>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349994826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184</TotalTime>
  <Words>154</Words>
  <Application>Microsoft Office PowerPoint</Application>
  <PresentationFormat>Widescreen</PresentationFormat>
  <Paragraphs>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Comic Sans MS</vt:lpstr>
      <vt:lpstr>Times New Roman</vt:lpstr>
      <vt:lpstr>Trebuchet MS</vt:lpstr>
      <vt:lpstr>Wingdings 3</vt:lpstr>
      <vt:lpstr>Facet</vt:lpstr>
      <vt:lpstr>                         Project                              On                      HR ANALYTICS</vt:lpstr>
      <vt:lpstr>AIM:  To model  probability of attrition of employees of a company. Results  obtained will be used by the management to understand what changes they should make to their workplace, in order to get most of their employees to stay.  </vt:lpstr>
      <vt:lpstr>Project Methodology: Cross Industry Standard Process For Data Mining(CRISP-DM) is used to represent project methodology.</vt:lpstr>
      <vt:lpstr>PowerPoint Presentation</vt:lpstr>
      <vt:lpstr>                                     DATA PREPARATION   DATA SETS:   Employee Survey Data    Manager Survey Data    In Time    Out Time    General Data </vt:lpstr>
      <vt:lpstr>                            EXPLORATORY DATA ANALYSIS  Plotting of attrition against various attributes is performed </vt:lpstr>
      <vt:lpstr>PowerPoint Presentation</vt:lpstr>
      <vt:lpstr>PowerPoint Presentation</vt:lpstr>
      <vt:lpstr>                                         EVALUATION OF MODEL Final Model is created and then tested using test data Model-1:</vt:lpstr>
      <vt:lpstr>Model-2:</vt:lpstr>
      <vt:lpstr>Similarly nearly 21 models are created using training data Final Model: </vt:lpstr>
      <vt:lpstr>Probability Cutoff Graph:</vt:lpstr>
      <vt:lpstr>Confusion Matrix And Statistics:</vt:lpstr>
      <vt:lpstr>Conclusion: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akhilragi26@gmail.com</dc:creator>
  <cp:lastModifiedBy>akhilragi26@gmail.com</cp:lastModifiedBy>
  <cp:revision>9</cp:revision>
  <dcterms:created xsi:type="dcterms:W3CDTF">2019-07-24T16:36:11Z</dcterms:created>
  <dcterms:modified xsi:type="dcterms:W3CDTF">2019-07-24T19:40:21Z</dcterms:modified>
</cp:coreProperties>
</file>